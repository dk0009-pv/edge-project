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88" autoAdjust="0"/>
    <p:restoredTop sz="94660"/>
  </p:normalViewPr>
  <p:slideViewPr>
    <p:cSldViewPr snapToGrid="0" snapToObjects="1">
      <p:cViewPr>
        <p:scale>
          <a:sx n="85" d="100"/>
          <a:sy n="85" d="100"/>
        </p:scale>
        <p:origin x="1080" y="-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960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930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164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399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39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040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12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733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772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568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301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122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Edge-Based Real-Time Anomaly</a:t>
            </a:r>
            <a:r>
              <a:rPr lang="en-IN" dirty="0"/>
              <a:t> </a:t>
            </a:r>
            <a:r>
              <a:rPr dirty="0"/>
              <a:t>Detection System</a:t>
            </a:r>
            <a:br>
              <a:rPr lang="en-US" dirty="0"/>
            </a:b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EEC99A5-B63A-F94B-BEDD-02CCCA918F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4833" y="1014268"/>
            <a:ext cx="8611849" cy="4271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Edge computing processes data near the source instead of the cloud.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reduces latency and bandwidth usage.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Anomaly detection identifies abnormal patterns in data.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Real-time systems require fast and efficient processing.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project uses lightweight ML at the edge for quick detection.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CAE82C2-5C26-7688-B7E9-9A756182FA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7238" y="1261214"/>
            <a:ext cx="8364479" cy="30708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Cloud-based systems introduce high latency.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consume large bandwidth for data transfer.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Dependence on internet causes delays.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suitable for real-time anomaly detection.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local edge-based solution is needed for faster response.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edge device for local processing</a:t>
            </a:r>
          </a:p>
          <a:p>
            <a:r>
              <a:t>Apply lightweight ML model</a:t>
            </a:r>
          </a:p>
          <a:p>
            <a:r>
              <a:t>Detect anomalies in real-time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(Edge)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9862" y="1551482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Sensors</a:t>
            </a:r>
          </a:p>
          <a:p>
            <a:r>
              <a:rPr dirty="0"/>
              <a:t>(Temperature/IoT)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10616" y="2788171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Edge Device</a:t>
            </a:r>
          </a:p>
          <a:p>
            <a:r>
              <a:rPr dirty="0"/>
              <a:t>(Local Processing)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92120" y="3814996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Lightweight ML</a:t>
            </a:r>
          </a:p>
          <a:p>
            <a:r>
              <a:rPr dirty="0"/>
              <a:t>(Anomaly Detection)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4961744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Alert / Cloud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68880" y="0"/>
            <a:ext cx="54864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29200" y="0"/>
            <a:ext cx="54864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89520" y="0"/>
            <a:ext cx="54864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 real-time sensor data</a:t>
            </a:r>
          </a:p>
          <a:p>
            <a:r>
              <a:t>Process data locally</a:t>
            </a:r>
          </a:p>
          <a:p>
            <a:r>
              <a:t>Check deviation using threshold</a:t>
            </a:r>
          </a:p>
          <a:p>
            <a:r>
              <a:t>Trigger alert if anomaly detected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Calculate mean (normal value)</a:t>
            </a:r>
          </a:p>
          <a:p>
            <a:r>
              <a:t>Set threshold</a:t>
            </a:r>
          </a:p>
          <a:p>
            <a:r>
              <a:t>If |value - mean| &gt; threshold → anomaly</a:t>
            </a:r>
          </a:p>
          <a:p>
            <a:r>
              <a:t>Else → normal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 latency</a:t>
            </a:r>
          </a:p>
          <a:p>
            <a:r>
              <a:t>Reduced bandwidth</a:t>
            </a:r>
          </a:p>
          <a:p>
            <a:r>
              <a:t>Works offline</a:t>
            </a:r>
          </a:p>
          <a:p>
            <a:r>
              <a:t>Improved privacy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Industrial monitoring</a:t>
            </a:r>
          </a:p>
          <a:p>
            <a:r>
              <a:t>Healthcare systems</a:t>
            </a:r>
          </a:p>
          <a:p>
            <a:r>
              <a:t>Smart agriculture</a:t>
            </a:r>
          </a:p>
          <a:p>
            <a:r>
              <a:t>Security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Edge computing improves efficiency</a:t>
            </a:r>
          </a:p>
          <a:p>
            <a:r>
              <a:t>Real-time anomaly detection achieved</a:t>
            </a:r>
          </a:p>
          <a:p>
            <a:r>
              <a:t>Future: advanced ML + cloud integration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470B2-0309-2093-79F1-0E5497188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86000"/>
            <a:ext cx="8229600" cy="38401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dirty="0"/>
              <a:t>THANK YOU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4143252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18</TotalTime>
  <Words>215</Words>
  <Application>Microsoft Office PowerPoint</Application>
  <PresentationFormat>On-screen Show (4:3)</PresentationFormat>
  <Paragraphs>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Rockwell</vt:lpstr>
      <vt:lpstr>Rockwell Condensed</vt:lpstr>
      <vt:lpstr>Wingdings</vt:lpstr>
      <vt:lpstr>Wood Type</vt:lpstr>
      <vt:lpstr>Edge-Based Real-Time Anomaly Detection System </vt:lpstr>
      <vt:lpstr>Introduction</vt:lpstr>
      <vt:lpstr>Problem Statement</vt:lpstr>
      <vt:lpstr>Proposed Solution</vt:lpstr>
      <vt:lpstr>System Architecture (Edge)</vt:lpstr>
      <vt:lpstr>Working</vt:lpstr>
      <vt:lpstr>Algorithm</vt:lpstr>
      <vt:lpstr>Advantages</vt:lpstr>
      <vt:lpstr>Applications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Dinesh Kumar Pulagalla</cp:lastModifiedBy>
  <cp:revision>2</cp:revision>
  <dcterms:created xsi:type="dcterms:W3CDTF">2013-01-27T09:14:16Z</dcterms:created>
  <dcterms:modified xsi:type="dcterms:W3CDTF">2026-05-02T04:11:16Z</dcterms:modified>
  <cp:category/>
</cp:coreProperties>
</file>